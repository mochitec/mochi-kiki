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Copilot Recap は、会議後の要約や Action 抽出は十分まかなえます。
ただ、会議の最中には動きません。
会議中の用語確認や、認識合わせは、別の仕組みが要ります。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プレフィックス付きで自動投稿します。
発言者はドキュメントを開かなくて済みます。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2026-06-01T15:43:26Z</dcterms:created>
  <dcterms:modified xsi:type="dcterms:W3CDTF">2026-06-01T15:43:26Z</dcterms:modified>
</cp:coreProperties>
</file>