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 / 15 秒]
Teams 会議で、こんなことありませんか。
仕様の確認のために、誰かが画面共有で資料を探し始めて、会議が止まる。
「あれをやっておいて」のまま終わって、あとで認識が食い違う。
[撮影メモ] 静止 5 秒 → 次スライドへフェード。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[0:15–0:30 / 15 秒]
Web 会議の議事録システムは、会議後の要約や Action 抽出はひと通りまかなえます。
ただ、会議の最中には動きません。
会議中の用語確認や認識合わせは、別の仕組みが要ります。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[0:30–0:45 / 15 秒]
そこで作ったのが MOCHI-kiki です。
会議中に動くボットで、MVP は 2 機能。
ドキュメント参照補完と、ライブ議事録ビューです。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[0:45–1:10 / 25 秒]
構成はこうです。
Teams の音声と文字起こしを Recall.ai のボットから WebSocket で受け取り、
Semantic Kernel のオーケストレータが意図検知と RAG を回します。
検索は Azure AI Search のハイブリッド検索、回答生成は GPT-4o。
投稿は Bot Framework から会議チャットに返します。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[1:10–1:25 / 15 秒]
補完機能の中身は、5 つのステップです。
意図検知、検索、回答整形、ガード、投稿。
Semantic Kernel のプラグインとして組んでいます。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[1:25–1:30 / 5 秒]
まずは、補完デモから。
[撮影メモ] このタイトルカードは 3–5 秒だけ表示してすぐ次の画面録画スライドへ。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[1:30–2:10 / 40 秒]
会議で「MOCHI-kiki の仕様を教えてください」と話します。
意図検知が spec_inquiry と判定し、キーワードでハイブリッド検索が走ります。
GPT-4o が 200 字以内に整形し、会議チャットへ [仕様補完] プレフィックス付きで自動投稿されます。
発言者はドキュメントを開かずに済みます。
[撮影メモ] 画像を 8–10 秒表示し、必要に応じてチャットの [仕様補完] 部分にズームインまたはハイライト。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[2:10–2:25 / 15 秒]
議事録ビューは別 UI に切り出しています。
会議チャットには投稿せず、あとから振り返る用途です。
1 画面に 3 つのビューがあります。
議事録は 90 秒、タイムラインは 5 分、文字起こしは 5 秒で更新します。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[2:25–2:35 / 10 秒]
ライブ議事録ビューを開きます。
発話から議題・決定事項・TODO・質疑応答が、90 秒ごとに構造化 Markdown で全文再生成されます。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[2:35–2:43 / 8 秒]
次がタイムライン。
ブロックごとに 150 字に要約します。確定済みブロックには触らず、末尾のみ再要約する設計です。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[2:43–2:50 / 7 秒]
文字起こしビューは 5 秒ポーリングで最新発話まで追えます。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[2:50–3:05 / 15 秒]
課題もあります。補完投稿のレイテンシです。
Recall.ai の日本語 STT は精度モード固定で、発話から投稿まで数十秒かかります。
即答は未達で、後追いの補足にとどまっています。
STT の置き換えが今後の課題です。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[BGM のみ / 補助スライド]
ナレーションは入れず、5 秒前後で素早く流す。
尺が押した場合はスキップしても OK。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[3:05–3:15 / 10 秒]
詳細は Zenn の記事にまとめています。
Microsoft Agent Hackathon 2026 への提出作品です。
ご視聴ありがとうございました。
[撮影メモ] 5 秒静止 → ゆっくりフェードアウト。BGM のフェードに合わせる。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MICROSOFT AGENT HACKATHON 2026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640080" y="22402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Teams 会議に常駐する Agentic AI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2880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会議中に動くボット — 仕様補完と、ライブ議事録ビュー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3749040"/>
            <a:ext cx="137160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886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 /  Semantic Kernel  /  Recall.ai  /  Bot Framework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Ruuuhs (@mochitec)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  / 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会議が止まる、認識が食い違う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365760" y="1691640"/>
            <a:ext cx="411480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691640"/>
            <a:ext cx="73152" cy="26517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74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会議中に起きていること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37490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用語・仕様を確認するために、誰かが画面共有でドキュメントを探し始める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「〇〇って何でしたっけ」に答えられず、議論が止まる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「あれをやっておいて」のまま終わり、あとで認識が食い違う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663440" y="1691640"/>
            <a:ext cx="411480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1691640"/>
            <a:ext cx="73152" cy="26517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874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Web 会議の議事録システム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937760" y="2286000"/>
            <a:ext cx="37490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会議後の要約・アクション抽出は十分まかなえる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ただし「会議が終わってから」動く設計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用語不明や仕様確認の場面では、会議中に助けてくれない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 / 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  /  WHAT WE BUILT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MOCHI-kiki — 会議中に動くボット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365760" y="13716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MVP は 2 機能で構成しています。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920240"/>
            <a:ext cx="4114800" cy="25603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488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C-02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ドキュメント参照補完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320040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用語・仕様などドキュメント参照が必要な発言を検知し、社内ドキュメントを引いて 200 字の回答を会議チャットへ自動投稿する。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63440" y="1920240"/>
            <a:ext cx="4114800" cy="25603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21488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C-04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93776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ライブ議事録ビュー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937760" y="320040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会議の発話から議事録とタイムラインをライブ生成し、管理コンソールで閲覧できる。会議チャットには投稿しない。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 / 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  /  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アーキテクチャ全体像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365760" y="12801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Recall.ai が音声と文字起こしを返し、Semantic Kernel オーケストレータが意図検知と RAG を回す。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201168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21031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Microsoft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Teams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2606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会議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94560" y="201168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4560" y="21031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Recall.ai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ボット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194560" y="2606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音声 / 文字起こし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23360" y="201168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23360" y="21031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Bot プロセス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023360" y="2606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Container Apps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852160" y="201168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52160" y="21031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Semantic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Kernel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852160" y="2606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Intent / RAG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680960" y="2011680"/>
            <a:ext cx="1280160" cy="914400"/>
          </a:xfrm>
          <a:prstGeom prst="roundRect">
            <a:avLst>
              <a:gd name="adj" fmla="val 800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680960" y="21031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Teams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チャット投稿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680960" y="26060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Bot Framework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984248" y="2468880"/>
            <a:ext cx="146304" cy="0"/>
          </a:xfrm>
          <a:prstGeom prst="line">
            <a:avLst/>
          </a:prstGeom>
          <a:noFill/>
          <a:ln w="19050">
            <a:solidFill>
              <a:srgbClr val="55667A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813048" y="2468880"/>
            <a:ext cx="146304" cy="0"/>
          </a:xfrm>
          <a:prstGeom prst="line">
            <a:avLst/>
          </a:prstGeom>
          <a:noFill/>
          <a:ln w="19050">
            <a:solidFill>
              <a:srgbClr val="55667A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641848" y="2468880"/>
            <a:ext cx="146304" cy="0"/>
          </a:xfrm>
          <a:prstGeom prst="line">
            <a:avLst/>
          </a:prstGeom>
          <a:noFill/>
          <a:ln w="19050">
            <a:solidFill>
              <a:srgbClr val="55667A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7470648" y="2468880"/>
            <a:ext cx="146304" cy="0"/>
          </a:xfrm>
          <a:prstGeom prst="line">
            <a:avLst/>
          </a:prstGeom>
          <a:noFill/>
          <a:ln w="19050">
            <a:solidFill>
              <a:srgbClr val="55667A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365760" y="32461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バックエンドサービス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65760" y="3611880"/>
            <a:ext cx="26517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" y="3611880"/>
            <a:ext cx="73152" cy="6858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3657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Azure OpenAI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864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GPT-4o / Embedding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108960" y="3611880"/>
            <a:ext cx="26517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108960" y="3611880"/>
            <a:ext cx="73152" cy="6858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3657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Azure AI Search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29184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ハイブリッド検索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852160" y="3611880"/>
            <a:ext cx="26517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852160" y="3611880"/>
            <a:ext cx="73152" cy="6858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35040" y="3657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Cosmos DB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03504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セッション / 議事録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 / 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  /  PIPELINE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ドキュメント参照補完  —  5 ステップ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554480"/>
            <a:ext cx="84124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554480"/>
            <a:ext cx="73152" cy="5669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627632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80160" y="1627632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IntentAnalysis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566160" y="1627632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発話を分類 (spec_inquiry / ambiguous / normal) し、キーワードを JSON で返す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2167128"/>
            <a:ext cx="84124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2167128"/>
            <a:ext cx="73152" cy="5669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240280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80160" y="224028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RAGSearch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66160" y="2240280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spec_inquiry のキーワードで Azure AI Search のハイブリッド検索 (上位 3 件)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5760" y="2779776"/>
            <a:ext cx="84124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2779776"/>
            <a:ext cx="73152" cy="5669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2852928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0160" y="285292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AnswerGeneration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566160" y="2852928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GPT-4o で 3 件をコンテキストに 200 字以内へ整形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3392424"/>
            <a:ext cx="84124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" y="3392424"/>
            <a:ext cx="73152" cy="5669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3465576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280160" y="3465576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Guard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566160" y="3465576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Python 側で text[:200] と [仕様補完] プレフィックスを二重ガード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65760" y="4005072"/>
            <a:ext cx="84124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" y="4005072"/>
            <a:ext cx="73152" cy="5669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4078224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280160" y="4078224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ChatPoster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66160" y="4078224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Bot Framework で proactive メッセージとして会議チャットへ投稿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 / 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C3D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DEMO 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146304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ドキュメント参照補完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365760" y="246888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「RU 上限は」と発話 → 数十秒後にチャットへ自動補足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38404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次のスライドで実画面 (4–6 倍速)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DEMO 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400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会議チャットへの仕様補完投稿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11430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実 Teams 会議に MOCHI-kiki を入れて、発話を検知 → [仕様補完] プレフィックス付きで自動投稿</a:t>
            </a:r>
            <a:endParaRPr lang="en-US" sz="1200" dirty="0"/>
          </a:p>
        </p:txBody>
      </p:sp>
      <p:pic>
        <p:nvPicPr>
          <p:cNvPr id="5" name="Image 0" descr="assets/demo-a-cha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719072" y="1463040"/>
            <a:ext cx="5705856" cy="3337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 / 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05  /  LIVE MINUTES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ライブ議事録ビュー  —  別 UI に切り出し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12801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管理コンソール /meeting?id=... に 3 つのビューを並べている。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783080"/>
            <a:ext cx="269748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783080"/>
            <a:ext cx="2697480" cy="4572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85623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議事録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2423160"/>
            <a:ext cx="2331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GPT-4o で「議題 / 決定事項 / TODO / 質疑応答」を構造化 Markdown で全文再生成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886200"/>
            <a:ext cx="1280160" cy="320040"/>
          </a:xfrm>
          <a:prstGeom prst="rect">
            <a:avLst/>
          </a:prstGeom>
          <a:solidFill>
            <a:srgbClr val="D6E6F0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88620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更新  90 秒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46120" y="1783080"/>
            <a:ext cx="269748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783080"/>
            <a:ext cx="2697480" cy="4572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85623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タイムライン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429000" y="2423160"/>
            <a:ext cx="2331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5 分ブロックごとに 150 字要約。末尾ブロックのみ再要約し、確定済みには触らない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429000" y="3886200"/>
            <a:ext cx="1280160" cy="320040"/>
          </a:xfrm>
          <a:prstGeom prst="rect">
            <a:avLst/>
          </a:prstGeom>
          <a:solidFill>
            <a:srgbClr val="D6E6F0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29000" y="388620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更新  90 秒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26480" y="1783080"/>
            <a:ext cx="269748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0" y="1783080"/>
            <a:ext cx="2697480" cy="457200"/>
          </a:xfrm>
          <a:prstGeom prst="rect">
            <a:avLst/>
          </a:prstGeom>
          <a:solidFill>
            <a:srgbClr val="1C3D5A"/>
          </a:solidFill>
          <a:ln w="12700">
            <a:solidFill>
              <a:srgbClr val="1C3D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185623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文字起こし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309360" y="2423160"/>
            <a:ext cx="2331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発話データをそのまま表示。最新の発話を即座に追いかけられる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309360" y="3886200"/>
            <a:ext cx="1280160" cy="320040"/>
          </a:xfrm>
          <a:prstGeom prst="rect">
            <a:avLst/>
          </a:prstGeom>
          <a:solidFill>
            <a:srgbClr val="D6E6F0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0" y="388620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更新  5 秒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8 / 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DEMO B  /  1 of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400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ライブ議事録ビュー  —  議事録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11430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90 秒ごとに「議題 / 決定事項 / TODO / 質疑応答」を構造化 Markdown で全文再生成</a:t>
            </a:r>
            <a:endParaRPr lang="en-US" sz="1200" dirty="0"/>
          </a:p>
        </p:txBody>
      </p:sp>
      <p:pic>
        <p:nvPicPr>
          <p:cNvPr id="5" name="Image 0" descr="assets/demo-b-minut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417320" y="1463040"/>
            <a:ext cx="6309360" cy="3337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9 / 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DEMO B  /  2 of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400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ライブ議事録ビュー  —  タイムライン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11430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ブロックごとに 150 字以内に要約。末尾ブロックのみ再要約し、確定済みは触らない</a:t>
            </a:r>
            <a:endParaRPr lang="en-US" sz="1200" dirty="0"/>
          </a:p>
        </p:txBody>
      </p:sp>
      <p:pic>
        <p:nvPicPr>
          <p:cNvPr id="5" name="Image 0" descr="assets/demo-b-timelin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2011680"/>
            <a:ext cx="8229600" cy="239572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 / 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DEMO B  /  3 of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400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ライブ議事録ビュー  —  文字起こし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11430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発話データをそのまま 5 秒ポーリングで表示。最新発話を即座に追える</a:t>
            </a:r>
            <a:endParaRPr lang="en-US" sz="1200" dirty="0"/>
          </a:p>
        </p:txBody>
      </p:sp>
      <p:pic>
        <p:nvPicPr>
          <p:cNvPr id="5" name="Image 0" descr="assets/demo-b-transcrip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403604" y="1463040"/>
            <a:ext cx="6336792" cy="3337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 / 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9770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06  /  KNOWN ISSUE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現状の課題  —  補完投稿のレイテンシ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417320"/>
            <a:ext cx="8412480" cy="777240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417320"/>
            <a:ext cx="73152" cy="7772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17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発話から投稿まで数十秒かかり、即答は MVP では未達。後追いの補足にとどまっている。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2423160"/>
            <a:ext cx="41148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6060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原因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97180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Recall.ai の日本語 STT は精度モード固定 (prioritize_accuracy)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発話塊が一区切りつくまで貯めてから返すため、STT だけで十数〜数十秒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日本語では prioritize_low_latency が選べない (英語専用)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2423160"/>
            <a:ext cx="41148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0" y="26060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残課題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37760" y="297180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Recall.ai を外し、低遅延な STT に置き換える検証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Recall.ai 単体では、現実的な Teams 音声取得と即答が両立しない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12 / 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07  /  STACK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使用した Microsoft 技術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41732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41732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49047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Container Apps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80136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Bot プロセス実行基盤 (必須要件 ①)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17720" y="141732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17720" y="141732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00600" y="149047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OpenAI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00600" y="180136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GPT-4o + Embedding (必須要件 ②)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19456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26771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AI Search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257860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RAG ハイブリッド検索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17720" y="219456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17720" y="219456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00600" y="226771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AI Speech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00600" y="257860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音声処理 (補助)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297180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" y="297180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304495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Cosmos DB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8640" y="335584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セッション / 議事録の永続化 (autoscale)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617720" y="297180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617720" y="297180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0600" y="304495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Key Vault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800600" y="335584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シークレット管理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65760" y="374904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65760" y="374904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382219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Semantic Kernel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48640" y="413308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Intent / RAG / Answer プラグイン構成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617720" y="374904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617720" y="374904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00600" y="382219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Bot Framework + Teams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800600" y="413308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会議チャットへの proactive 投稿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13 / 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THANK YOU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ここまでが、MOCHI-kiki の現状です。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詳細は Zenn の記事をご覧ください。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2743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C72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ARTICLE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103120" y="27432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zenn.dev/ruuuhs/articles/mochi-kiki-teams-agent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32004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C72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HACKATHON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103120" y="32004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Microsoft Agent Hackathon 2026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657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C72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103120" y="3657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github.com/mochitec/MOCHI-kiki  (公開予定)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Ruuuhs (@mochitec)  /  MOCHI-tec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MOCHI-kiki デモ動画スライド</dc:title>
  <dc:subject>PptxGenJS Presentation</dc:subject>
  <dc:creator>MOCHI-tec / Ruuuhs</dc:creator>
  <cp:lastModifiedBy>MOCHI-tec / Ruuuhs</cp:lastModifiedBy>
  <cp:revision>1</cp:revision>
  <dcterms:created xsi:type="dcterms:W3CDTF">2026-06-01T16:58:17Z</dcterms:created>
  <dcterms:modified xsi:type="dcterms:W3CDTF">2026-06-01T16:58:17Z</dcterms:modified>
</cp:coreProperties>
</file>