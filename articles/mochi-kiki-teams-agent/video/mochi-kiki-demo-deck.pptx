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 / 15 秒]
Teams 会議で、こんなことありませんか。
仕様の確認のために、誰かが画面共有で資料を探し始めて、会議が止まる。
「あれをやっておいて」のまま終わって、あとで認識が食い違う。
[撮影メモ] 静止 5 秒 → 次スライドへフェード。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[0:15–0:30 / 15 秒]
Microsoft 365 Copilot Recap は、会議後の要約や Action 抽出は十分まかなえます。
ただ、会議の最中には動きません。
会議中の用語確認や、認識合わせは、別の仕組みが要ります。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[0:30–0:45 / 15 秒]
そこで作ったのが MOCHI-kiki です。
会議中に動くボットで、MVP は 2 機能。
ドキュメント参照補完と、ライブ議事録ビューです。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[0:45–1:10 / 25 秒]
構成はこうです。
Teams の音声と文字起こしを Recall.ai のボットから WebSocket で受け取り、
Semantic Kernel のオーケストレータが意図検知と RAG を回します。
検索は Azure AI Search のハイブリッド検索、回答生成は GPT-4o。
投稿は Bot Framework から会議チャットに返します。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[1:10–1:25 / 15 秒]
補完機能の中身は、5 つのステップです。
意図検知、検索、回答整形、ガード、投稿。
Semantic Kernel のプラグインとして組んでいます。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[1:25–1:30 / 5 秒]
まずは、補完デモから。
[撮影メモ] このタイトルカードは 3–5 秒だけ表示してすぐ次の画面録画スライドへ。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[1:30–2:10 / 40 秒]
会議で「マスター切替の RU 上限ってどれくらいでしたっけ」と話します。
意図検知が spec_inquiry と判定し、キーワードでハイブリッド検索が走ります。
GPT-4o が 200 字以内に整形し、会議チャットへ [仕様補完] プレフィックス付きで自動投稿します。
発言者はドキュメントを開かなくて済みます。
[撮影メモ]
・素材: Teams 会議 5–10 分を Cmd+Shift+5 でフル録画。チャット欄が見える分割。
・編集: 待機時間は 4–6x 倍速、テロップ「実測 ~25 秒」を画面下に重ねる。
・字幕は必須 (DaVinci の音声→字幕 or CapCut)。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[2:10–2:25 / 15 秒]
議事録ビューは別 UI に切り出しています。
会議チャットには投稿せず、あとから振り返る用途です。
1 画面に 3 つのビューがあります。
議事録は 90 秒、タイムラインは 5 分、文字起こしは 5 秒で更新します。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[2:25–2:50 / 25 秒]
議事録ビューに切り替えます。
会議の発話から、議題・決定事項・TODO・質疑応答が 90 秒ごとに構造化 Markdown で再生成されます。
タイムラインは 5 分ブロックごとに 150 字要約。確定済みブロックには触らず、末尾のみ再要約します。
文字起こしは 5 秒ポーリングで最新発話まで追えます。
[撮影メモ]
・/meeting?id=... を別ウィンドウで開いた状態の録画。タブ切替を 3 回。
・更新がよく見えるよう、会議終盤の発話が積もった素材を選ぶ。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[2:50–3:05 / 15 秒]
課題もあります。補完投稿のレイテンシです。
Recall.ai の日本語 STT は精度モード固定で、発話から投稿まで数十秒かかります。
即答は未達で、後追いの補足にとどまっています。
STT の置き換えが今後の課題です。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[BGM のみ / 補助スライド]
ナレーションは入れず、5 秒前後で素早く流す。
尺が押した場合はスキップしても 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[3:05–3:15 / 10 秒]
詳細は Zenn の記事にまとめています。
Microsoft Agent Hackathon 2026 への提出作品です。
ご視聴ありがとうございました。
[撮影メモ] 5 秒静止 → ゆっくりフェードアウト。BGM のフェードに合わせる。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会議に常駐する Agentic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会議中に動くボット — 仕様補完と、ライブ議事録ビュー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 /  Semantic Kernel  /  Recall.ai  /  Bot Framework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/ 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会議が止まる、認識が食い違う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91640"/>
            <a:ext cx="73152" cy="2651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会議中に起きていること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用語・仕様を確認するために、誰かが画面共有でドキュメントを探し始める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「〇〇って何でしたっけ」に答えられず、議論が止まる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「あれをやっておいて」のまま終わり、あとで認識が食い違う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91640"/>
            <a:ext cx="73152" cy="2651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365 Copilot Recap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会議後の要約・アクション抽出は十分まかなえる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ただし「会議が終わってから」動く設計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用語不明や仕様確認の場面では、会議中に助けてくれない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/  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MOCHI-kiki — 会議中に動くボット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MVP は 2 機能で構成しています。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4114800" cy="2560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用語・仕様などドキュメント参照が必要な発言を検知し、社内ドキュメントを引いて 200 字の回答を会議チャットへ自動投稿する。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4114800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会議の発話から議事録とタイムラインをライブ生成し、管理コンソールで閲覧できる。会議チャットには投稿しない。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/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アーキテクチャ全体像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が音声と文字起こしを返し、Semantic Kernel オーケストレータが意図検知と RAG を回す。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Microsoft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945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ボット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 / 文字起こし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Container Apps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Semantic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Kernel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80960" y="201168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2103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チャット投稿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842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130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6418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706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46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バックエンドサービス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/ Embedding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089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2918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ハイブリッド検索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Cosmos DB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0350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/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  —  5 ステップ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2763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276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IntentAnalysis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66160" y="1627632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発話を分類 (spec_inquiry / ambiguous / normal) し、キーワードを JSON で返す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167128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4028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RAGSearch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24028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spec_inquiry のキーワードで Azure AI Search のハイブリッド検索 (上位 3 件)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779776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8529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28529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AnswerGeneration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285292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 3 件をコンテキストに 200 字以内へ整形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392424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92424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4655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34655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66160" y="3465576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Python 側で text[:200] と [仕様補完] プレフィックスを二重ガード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005072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05072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0782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407822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ChatPoster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66160" y="407822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 で proactive メッセージとして会議チャットへ投稿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14630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365760" y="2468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「RU 上限は」と発話 → 数十秒後にチャットへ自動補足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次のスライドで実画面 (4–6 倍速)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A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 (左) + チャット欄 (右) のスプリット。発話 → 数十秒で [仕様補完] 自動投稿。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実時間 ~25 秒は 4–6x 倍速 + テロップ「実測 ~25 秒」を重ねる。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  /  ~40 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 /  LIVE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別 UI に切り出し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に 3 つのビューを並べている。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783080"/>
            <a:ext cx="269748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で「議題 / 決定事項 / TODO / 質疑応答」を構造化 Markdown で全文再生成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783080"/>
            <a:ext cx="26974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タイムライン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 分ブロックごとに 150 字要約。末尾ブロックのみ再要約し、確定済みには触らない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2697480" cy="457200"/>
          </a:xfrm>
          <a:prstGeom prst="rect">
            <a:avLst/>
          </a:prstGeom>
          <a:solidFill>
            <a:srgbClr val="1C3D5A"/>
          </a:solidFill>
          <a:ln w="12700">
            <a:solidFill>
              <a:srgbClr val="1C3D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文字起こし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936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発話データをそのまま表示。最新の発話を即座に追いかけられる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5 秒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B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の 3 ビューを順に映す。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 → タイムライン → 文字起こし。更新間隔の差をテロップで補足。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~25 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 /  KNOWN ISSUE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現状の課題  —  補完投稿のレイテンシ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84124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発話から投稿まで数十秒かかり、即答は MVP では未達。後追いの補足にとどまっている。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原因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の日本語 STT は精度モード固定 (prioritize_accuracy)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発話塊が一区切りつくまで貯めてから返すため、STT だけで十数〜数十秒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日本語では prioritize_low_latency が選べない (英語専用)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残課題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を外し、低遅延な STT に置き換える検証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単体では、現実的な Teams 音声取得と即答が両立しない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 / 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使用した Microsoft 技術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Container Apps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プロセス実行基盤 (必須要件 ①)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+ Embedding (必須要件 ②)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RAG ハイブリッド検索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Speech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音声処理 (補助)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Cosmos DB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議事録の永続化 (autoscale)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Key Vault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シークレット管理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Semantic Kernel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 / Answer プラグイン構成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 Framework + Teams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0060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会議チャットへの proactive 投稿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ここまでが、MOCHI-kiki の現状です。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詳細は Zenn の記事をご覧ください。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ARTICLE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03120" y="2743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zenn.dev/ruuuhs/articles/mochi-kiki-teams-agent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HACKATHON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3200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github.com/mochitec/MOCHI-kiki  (公開予定)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  /  MOCHI-tec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MOCHI-kiki デモ動画スライド</dc:title>
  <dc:subject>PptxGenJS Presentation</dc:subject>
  <dc:creator>MOCHI-tec / Ruuuhs</dc:creator>
  <cp:lastModifiedBy>MOCHI-tec / Ruuuhs</cp:lastModifiedBy>
  <cp:revision>1</cp:revision>
  <dcterms:created xsi:type="dcterms:W3CDTF">2026-06-01T15:38:18Z</dcterms:created>
  <dcterms:modified xsi:type="dcterms:W3CDTF">2026-06-01T15:38:18Z</dcterms:modified>
</cp:coreProperties>
</file>