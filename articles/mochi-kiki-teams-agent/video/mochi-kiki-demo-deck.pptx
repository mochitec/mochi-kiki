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の会議中、用語や仕様の確認のために誰かが画面共有で資料を探し始めて、議論が止まる。よくありますよね。
Microsoft 365 Copilot は会議後に要約してくれますが、会議中には介入してくれません。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Microsoft 365 Copilot は、会議が終わってから要約してくれます。
でも、会議中の用語不明や仕様確認の場面では、助けに来てくれません。
そこを埋めるために、MOCHI-kiki を作りました。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ボットエージェント MOCHI-kiki を作りました。
MVP は 2 機能で構成しています。
1 つはドキュメント参照補完。もう 1 つはライブ議事録ビューです。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構成はこちらです。
Teams の音声と文字起こしを Recall.ai のボットから WebSocket で受け取り、
Semantic Kernel のオーケストレータが意図検知と RAG を回します。
検索基盤は Azure AI Search のハイブリッド検索、回答生成は GPT-4o。
投稿は Bot Framework 経由で会議チャットへ返します。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補完機能は 5 つのステップで動かします。
意図検知 → 検索 → 整形 → ガード → 投稿。
次の画面で実際の動きをお見せします。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まず、補完機能を動かします。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プレフィックス付きで自動投稿されます。
社内ドキュメントを誰も画面共有しないまま、議論が前に進みます。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ライブ議事録ビューは、3 つのテンポを 1 画面に同居させています。
議事録は 90 秒ごとに全文再生成、タイムラインは 5 分ブロックごとに 150 字、文字起こしは 5 秒ポーリング。
会議チャットには投稿せず、別ウィンドウで俯瞰だけする導線です。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現状の最大の弱点は、補完投稿のレイテンシです。
Recall.ai の日本語文字起こしは精度モード固定で、発話から投稿まで数十秒かかります。
「議論を止めずに即答」は MVP では未達で、後追いの補足として機能している段階です。
STT 置き換えが本番投入前の宿題です。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Microsoft Agent Hackathon 2026 への提出作品です。
詳細は Zenn の記事をご覧ください。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会議の場で動く相棒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会議が止まる、半年後にすれ違う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「あれをやっておいて」のまま会議が終わり、半年後にすれ違う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365 Copilot Recap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会議の場で動く相棒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字の回答を会議チャットへ自発的に投稿する。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会議の発話から議事録とタイムラインをライブ生成し、管理コンソールで閲覧できる。会議チャットは汚さない。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会議チャットを汚さない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で 3 つのテンポを 1 画面に同居させる。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現状の弱点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発話から投稿まで数十秒。「即答」は MVP では未達。後追い補足として機能している段階。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本番投入前の宿題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を諦め、低遅延な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だけで現実的な Teams 音声取得と即答は両立しない、というのが MVP の学び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会議の場で動く相棒を、もう少し前へ。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2026-06-01T14:51:53Z</dcterms:created>
  <dcterms:modified xsi:type="dcterms:W3CDTF">2026-06-01T14:51:53Z</dcterms:modified>
</cp:coreProperties>
</file>