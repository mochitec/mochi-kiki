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Web 会議の議事録システムは、会議後の要約や Action 抽出はひと通りまかなえます。
ただ、会議の最中には動きません。
会議中の用語確認や認識合わせは、別の仕組みが要ります。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補完機能が実際に動いた画面です。
[撮影メモ] このタイトルカードは 3–5 秒だけ表示してすぐ Slide 7 (実画面) 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こちらが、実際の Teams 会議の画面です。
発言者が「MOCHI-kiki の仕様を教えてください」と話した場面で、意図検知が仕様確認だと判定し、キーワードでハイブリッド検索が走ります。
GPT-4o が 200 字以内に整形し、会議チャットへ [仕様補完] プレフィックス付きで自動投稿されています。
発言者はドキュメントを開かずに済みます。
[撮影メモ] 画像を 8–10 秒表示し、必要に応じてチャットの [仕様補完] 部分にズームインまたはハイライト。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[2:25–2:35 / 10 秒]
ライブ議事録ビューを開きます。
発話から議題・決定事項・TODO・質疑応答が、90 秒ごとに構造化 Markdown で全文再生成されます。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[2:35–2:43 / 8 秒]
次がタイムライン。
ブロックごとに 150 字に要約します。確定済みブロックには触らず、末尾のみ再要約する設計です。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[2:43–2:50 / 7 秒]
文字起こしビューは 5 秒ポーリングで最新発話まで追えます。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会議の議事録システム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会議チャットへの仕様補完投稿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 Teams 会議に MOCHI-kiki を入れて、発話を検知 → [仕様補完] プレフィックス付きで自動投稿</a:t>
            </a:r>
            <a:endParaRPr lang="en-US" sz="1200" dirty="0"/>
          </a:p>
        </p:txBody>
      </p:sp>
      <p:pic>
        <p:nvPicPr>
          <p:cNvPr id="5" name="Image 0" descr="assets/demo-a-cha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19072" y="1463040"/>
            <a:ext cx="570585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議事録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90 秒ごとに「議題 / 決定事項 / TODO / 質疑応答」を構造化 Markdown で全文再生成</a:t>
            </a:r>
            <a:endParaRPr lang="en-US" sz="1200" dirty="0"/>
          </a:p>
        </p:txBody>
      </p:sp>
      <p:pic>
        <p:nvPicPr>
          <p:cNvPr id="5" name="Image 0" descr="assets/demo-b-minu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463040"/>
            <a:ext cx="6309360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タイムライン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ブロックごとに 150 字以内に要約。末尾ブロックのみ再要約し、確定済みは触らない</a:t>
            </a:r>
            <a:endParaRPr lang="en-US" sz="1200" dirty="0"/>
          </a:p>
        </p:txBody>
      </p:sp>
      <p:pic>
        <p:nvPicPr>
          <p:cNvPr id="5" name="Image 0" descr="assets/demo-b-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011680"/>
            <a:ext cx="8229600" cy="23957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文字起こし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 5 秒ポーリングで表示。最新発話を即座に追える</a:t>
            </a:r>
            <a:endParaRPr lang="en-US" sz="1200" dirty="0"/>
          </a:p>
        </p:txBody>
      </p:sp>
      <p:pic>
        <p:nvPicPr>
          <p:cNvPr id="5" name="Image 0" descr="assets/demo-b-transcrip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03604" y="1463040"/>
            <a:ext cx="6336792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2026-06-01T17:24:51Z</dcterms:created>
  <dcterms:modified xsi:type="dcterms:W3CDTF">2026-06-01T17:24:51Z</dcterms:modified>
</cp:coreProperties>
</file>